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9C7F"/>
    <a:srgbClr val="83272A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1170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34975" y="2369820"/>
            <a:ext cx="6796405" cy="3265805"/>
          </a:xfrm>
          <a:prstGeom prst="rect">
            <a:avLst/>
          </a:prstGeom>
          <a:solidFill>
            <a:srgbClr val="83272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746885" y="2983865"/>
            <a:ext cx="8698865" cy="11487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720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欢迎校友</a:t>
            </a:r>
            <a:r>
              <a:rPr lang="zh-CN" altLang="en-US" sz="720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回家</a:t>
            </a:r>
            <a:endParaRPr lang="zh-CN" altLang="en-US" sz="7200">
              <a:ln w="6600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97450" y="5560060"/>
            <a:ext cx="2233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B49C7F"/>
                </a:solidFill>
                <a:latin typeface="微软雅黑" panose="020B0503020204020204" charset="-122"/>
                <a:ea typeface="微软雅黑" panose="020B0503020204020204" charset="-122"/>
              </a:rPr>
              <a:t>2025.10.18</a:t>
            </a:r>
            <a:endParaRPr lang="en-US" altLang="zh-CN" sz="2400" b="1">
              <a:solidFill>
                <a:srgbClr val="B49C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WPS 演示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华文新魏</vt:lpstr>
      <vt:lpstr>华文楷体</vt:lpstr>
      <vt:lpstr>思源黑体 CN Medium</vt:lpstr>
      <vt:lpstr>黑体</vt:lpstr>
      <vt:lpstr>方正宋刻本秀楷简体</vt:lpstr>
      <vt:lpstr>汉仪颜楷繁</vt:lpstr>
      <vt:lpstr>楷体</vt:lpstr>
      <vt:lpstr>方正公文小标宋</vt:lpstr>
      <vt:lpstr>方正仿宋_GB2312</vt:lpstr>
      <vt:lpstr>汉仪颜楷简</vt:lpstr>
      <vt:lpstr>华康行楷体 W5</vt:lpstr>
      <vt:lpstr>新宋体</vt:lpstr>
      <vt:lpstr>汉仪叶叶相思体简</vt:lpstr>
      <vt:lpstr>微软雅黑 Light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邓凡</cp:lastModifiedBy>
  <cp:revision>156</cp:revision>
  <dcterms:created xsi:type="dcterms:W3CDTF">2019-06-19T02:08:00Z</dcterms:created>
  <dcterms:modified xsi:type="dcterms:W3CDTF">2025-10-17T09:34:27Z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BFFBECB5EC634ADEADB28930D3916E6B_13</vt:lpwstr>
  </property>
</Properties>
</file>